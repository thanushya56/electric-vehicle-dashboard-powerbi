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4F21"/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rgbClr val="2C451B"/>
            </a:gs>
            <a:gs pos="42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80000">
              <a:srgbClr val="334F21"/>
            </a:gs>
            <a:gs pos="51000">
              <a:schemeClr val="accent6">
                <a:lumMod val="7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DA13F9-F586-44F6-80EE-08FE0C2978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31921"/>
            <a:ext cx="12192000" cy="6794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2B8F07-B469-9D12-14E0-3E6CE98E8D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31921"/>
            <a:ext cx="12192000" cy="6794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CCE5-10D8-9DF8-B169-B8512FDF6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242A35-05BA-16B2-5B3D-D671FB3DAD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31921"/>
            <a:ext cx="12192000" cy="67941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99348B-8DC6-8407-19BD-886EB1B5854B}"/>
              </a:ext>
            </a:extLst>
          </p:cNvPr>
          <p:cNvSpPr txBox="1"/>
          <p:nvPr/>
        </p:nvSpPr>
        <p:spPr>
          <a:xfrm>
            <a:off x="120770" y="0"/>
            <a:ext cx="7712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lgerian" panose="04020705040A02060702" pitchFamily="82" charset="0"/>
              </a:rPr>
              <a:t>SOFTWARES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192EC5-AA41-2C47-2C4F-0284CCD75170}"/>
              </a:ext>
            </a:extLst>
          </p:cNvPr>
          <p:cNvSpPr txBox="1"/>
          <p:nvPr/>
        </p:nvSpPr>
        <p:spPr>
          <a:xfrm>
            <a:off x="327804" y="1366935"/>
            <a:ext cx="86487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1. MS OFFICE/ EXCEL: </a:t>
            </a:r>
            <a:r>
              <a:rPr lang="en-IN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2. 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</a:t>
            </a:r>
            <a:r>
              <a:rPr lang="en-IN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Dec 2023 Version </a:t>
            </a:r>
          </a:p>
        </p:txBody>
      </p:sp>
    </p:spTree>
    <p:extLst>
      <p:ext uri="{BB962C8B-B14F-4D97-AF65-F5344CB8AC3E}">
        <p14:creationId xmlns:p14="http://schemas.microsoft.com/office/powerpoint/2010/main" val="3106249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402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Algerian</vt:lpstr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THANUSHYA 56</cp:lastModifiedBy>
  <cp:revision>8</cp:revision>
  <dcterms:created xsi:type="dcterms:W3CDTF">2024-02-05T09:30:29Z</dcterms:created>
  <dcterms:modified xsi:type="dcterms:W3CDTF">2025-09-05T10:00:36Z</dcterms:modified>
</cp:coreProperties>
</file>